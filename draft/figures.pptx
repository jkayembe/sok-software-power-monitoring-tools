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34" userDrawn="1">
          <p15:clr>
            <a:srgbClr val="A4A3A4"/>
          </p15:clr>
        </p15:guide>
        <p15:guide id="2" pos="3114" userDrawn="1">
          <p15:clr>
            <a:srgbClr val="A4A3A4"/>
          </p15:clr>
        </p15:guide>
        <p15:guide id="3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7"/>
    <p:restoredTop sz="86438"/>
  </p:normalViewPr>
  <p:slideViewPr>
    <p:cSldViewPr snapToGrid="0" showGuides="1">
      <p:cViewPr>
        <p:scale>
          <a:sx n="116" d="100"/>
          <a:sy n="116" d="100"/>
        </p:scale>
        <p:origin x="-1368" y="136"/>
      </p:cViewPr>
      <p:guideLst>
        <p:guide orient="horz" pos="3634"/>
        <p:guide pos="3114"/>
        <p:guide orient="horz" pos="22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768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4C80A-093E-E040-A239-D6D6C7F8A75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E4FB4-E345-F949-98D9-7C4855CAC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5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E4FB4-E345-F949-98D9-7C4855CAC9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1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1523-D3BC-5B84-B5B3-C8E6E50BE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88D64-9363-15E7-3D95-59A81E6D8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871D-AFD8-05E1-3B51-AF0C8E68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83E-282F-4E8C-152A-42D4413C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E120B-F428-0DFB-0055-0F53322C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61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DF62-4355-65F6-E8B2-4459506D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5492-BB44-3EA0-B425-BFA70D238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36EAA-F189-97E4-B3A7-449B7C24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B10FC-D013-8D36-E072-FB14CDE9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E44F9-033E-59CB-FC16-C19BB60DC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8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24B1-D709-94D8-32FB-D55C87E26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9564E-5694-19CB-00AB-02B8CEA1B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A316-6B3C-F011-805B-C6B857545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AEA9F-6987-AA83-2B27-F03BC38A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3E29C-8809-A66D-E312-238DCC13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2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9519-55E0-AD34-FF7E-D314191B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AA54B-4620-9310-F688-31BD7FB90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4793C-6334-CC15-8586-5F1B3954B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8140A-82E4-BCAC-32F6-03E2A3E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0F223-3C78-36FA-4011-997096B8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83330-9CCA-29A5-A071-406BD7AB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44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40E0-B0E8-FD43-6907-6682ED7E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4C10C-CEBC-7B7B-8C04-D6B58E429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FF112-FA8C-43C7-9085-C8D2C113A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97DB4-64D7-D8E5-41F3-3ED067FD5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A6034-010A-C82B-3547-9E0B86C13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43DDE-B2F7-F6F1-598F-8FFCE04C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00145C-BC9E-DFC1-7D19-DC400B30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9A5F4-6AEC-AF72-2558-3BD19950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8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F8F14-C9D0-1E87-D4E7-9D65BDF8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E0BB4-1B6F-9C24-9956-A2D674925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B12C8-9128-DD12-5C8B-17FC2386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975A9-AE3A-149E-2CA4-44E2E609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9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DE384-14E5-6370-359C-8E07F243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464B0B-37F8-E1FF-56D1-61939D01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B2C6B-9A2D-9120-7F9C-7181B678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8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34AB-58F9-856D-5908-AF299D20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E3C68-0821-ADC2-453F-1D2874FCD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D9985-7AAE-FBA7-3F0E-BAF604A7B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1DF99-FD7D-B846-4490-077815E9F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A84DE-5800-3F80-BB94-60269689E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17676-1F9D-2309-4F0E-1972CBF8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3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4F97-32E1-6FCF-E4F7-6079EB51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8E2B5B-4EFD-3F9B-1ADC-EC8C2DC15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B8C90-2167-2613-EAF2-710E374CA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E1D2D-81A7-3D2A-F0FA-F74A0C4A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FDD4A-CC11-CC7E-1B77-FBE58479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BFD9C-30C6-DF21-DCCD-16E070C3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62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4A2C-2A04-AB81-9F2A-42AEA21B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810AF-8A27-2B1D-55E0-73702A1FC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458CB-05F9-4CCE-5E07-31C62437D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3268A-B7C6-3F47-51F2-D1B7CE0FF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894B7-0FB4-F4FB-8330-05CFA2DA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5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34987-69EB-5386-C749-A17911D8F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334BB-9DA9-9AE8-0A17-ACE2787E8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B4034-DC4F-76E6-B1E0-91ED2B6F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B4223-26EC-BE66-84D5-9A2230CFA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C8BED-28A9-B2AB-5F83-F1C8BF09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5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9733E-1B01-8769-4B48-7785BD32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EC59E-9834-A8BC-8FA9-2EFFF216D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DDD72-5728-3976-7594-886435271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A6E5E-2963-F446-9E80-C0757D4DCD8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75449-1F8C-0CAE-7F5F-B998001C7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AEED3-87EB-D1B8-4FAD-92306385D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2F12A-1264-0F4F-9EBA-FADE0FD1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8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E6B05F-969B-EEED-B77F-CF8C5122D1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79445"/>
          <a:stretch>
            <a:fillRect/>
          </a:stretch>
        </p:blipFill>
        <p:spPr>
          <a:xfrm>
            <a:off x="1984822" y="592192"/>
            <a:ext cx="7772400" cy="896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9AB1B7-1091-9156-33EE-EFD0872BD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66" t="45768" r="12443" b="13602"/>
          <a:stretch>
            <a:fillRect/>
          </a:stretch>
        </p:blipFill>
        <p:spPr>
          <a:xfrm>
            <a:off x="5236464" y="2969583"/>
            <a:ext cx="3523361" cy="1772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6D66DD-5639-A411-779F-BCAA8C185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72" t="23401" r="14059" b="56992"/>
          <a:stretch>
            <a:fillRect/>
          </a:stretch>
        </p:blipFill>
        <p:spPr>
          <a:xfrm>
            <a:off x="5241303" y="1385127"/>
            <a:ext cx="3440784" cy="855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AADFE9-3A39-2A70-17A5-3C79E6153A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662" t="29174" r="68672" b="63783"/>
          <a:stretch>
            <a:fillRect/>
          </a:stretch>
        </p:blipFill>
        <p:spPr>
          <a:xfrm>
            <a:off x="3994285" y="1439349"/>
            <a:ext cx="440421" cy="307181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2FC2471-C545-BBA1-BC0B-C1194BF7321B}"/>
              </a:ext>
            </a:extLst>
          </p:cNvPr>
          <p:cNvCxnSpPr>
            <a:cxnSpLocks/>
          </p:cNvCxnSpPr>
          <p:nvPr/>
        </p:nvCxnSpPr>
        <p:spPr>
          <a:xfrm>
            <a:off x="5311391" y="2226744"/>
            <a:ext cx="0" cy="194194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9201025-A952-A55C-B85A-D446FB746210}"/>
              </a:ext>
            </a:extLst>
          </p:cNvPr>
          <p:cNvCxnSpPr>
            <a:cxnSpLocks/>
          </p:cNvCxnSpPr>
          <p:nvPr/>
        </p:nvCxnSpPr>
        <p:spPr>
          <a:xfrm>
            <a:off x="5907417" y="2223042"/>
            <a:ext cx="0" cy="197896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B9354A4-BA6F-2D2B-FFB7-06FF698ED0FB}"/>
              </a:ext>
            </a:extLst>
          </p:cNvPr>
          <p:cNvCxnSpPr>
            <a:cxnSpLocks/>
          </p:cNvCxnSpPr>
          <p:nvPr/>
        </p:nvCxnSpPr>
        <p:spPr>
          <a:xfrm>
            <a:off x="6762584" y="2223042"/>
            <a:ext cx="0" cy="194380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DD17A1D-584C-0977-9584-F69D9D8C7F21}"/>
              </a:ext>
            </a:extLst>
          </p:cNvPr>
          <p:cNvCxnSpPr>
            <a:cxnSpLocks/>
          </p:cNvCxnSpPr>
          <p:nvPr/>
        </p:nvCxnSpPr>
        <p:spPr>
          <a:xfrm>
            <a:off x="7143893" y="2223042"/>
            <a:ext cx="0" cy="197896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2F383C8-312A-122F-72D5-4436D0A94C36}"/>
              </a:ext>
            </a:extLst>
          </p:cNvPr>
          <p:cNvCxnSpPr>
            <a:cxnSpLocks/>
          </p:cNvCxnSpPr>
          <p:nvPr/>
        </p:nvCxnSpPr>
        <p:spPr>
          <a:xfrm>
            <a:off x="7965742" y="2226744"/>
            <a:ext cx="0" cy="194194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88F9AB1-5158-F3B5-CDE0-E059CFC66176}"/>
              </a:ext>
            </a:extLst>
          </p:cNvPr>
          <p:cNvCxnSpPr>
            <a:cxnSpLocks/>
          </p:cNvCxnSpPr>
          <p:nvPr/>
        </p:nvCxnSpPr>
        <p:spPr>
          <a:xfrm>
            <a:off x="8561768" y="2223042"/>
            <a:ext cx="0" cy="197896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E786105-7959-CDC5-0410-487B3815E8FC}"/>
              </a:ext>
            </a:extLst>
          </p:cNvPr>
          <p:cNvCxnSpPr>
            <a:cxnSpLocks/>
          </p:cNvCxnSpPr>
          <p:nvPr/>
        </p:nvCxnSpPr>
        <p:spPr>
          <a:xfrm flipV="1">
            <a:off x="5311391" y="2417422"/>
            <a:ext cx="3448434" cy="15955"/>
          </a:xfrm>
          <a:prstGeom prst="line">
            <a:avLst/>
          </a:prstGeom>
          <a:ln w="6350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EC559F2-8A3A-48D7-D1D4-EBD9438A44B3}"/>
              </a:ext>
            </a:extLst>
          </p:cNvPr>
          <p:cNvSpPr txBox="1"/>
          <p:nvPr/>
        </p:nvSpPr>
        <p:spPr>
          <a:xfrm>
            <a:off x="8780961" y="2301904"/>
            <a:ext cx="6142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start foo()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C8DEDF2-EA40-58CB-47A0-CE93CB114723}"/>
              </a:ext>
            </a:extLst>
          </p:cNvPr>
          <p:cNvCxnSpPr>
            <a:cxnSpLocks/>
          </p:cNvCxnSpPr>
          <p:nvPr/>
        </p:nvCxnSpPr>
        <p:spPr>
          <a:xfrm flipH="1">
            <a:off x="5384006" y="2226744"/>
            <a:ext cx="1526" cy="302144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D01BD65-3A32-03E3-BDDC-EDC95D10C7E9}"/>
              </a:ext>
            </a:extLst>
          </p:cNvPr>
          <p:cNvCxnSpPr>
            <a:cxnSpLocks/>
          </p:cNvCxnSpPr>
          <p:nvPr/>
        </p:nvCxnSpPr>
        <p:spPr>
          <a:xfrm>
            <a:off x="5981558" y="2223042"/>
            <a:ext cx="0" cy="305846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065DC57-16CC-3FD7-8EB6-A94F1767F2EA}"/>
              </a:ext>
            </a:extLst>
          </p:cNvPr>
          <p:cNvCxnSpPr>
            <a:cxnSpLocks/>
          </p:cNvCxnSpPr>
          <p:nvPr/>
        </p:nvCxnSpPr>
        <p:spPr>
          <a:xfrm flipH="1">
            <a:off x="6836261" y="2223042"/>
            <a:ext cx="464" cy="305846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5A04DA2-E0A6-AB1B-7C00-A1036AC47C94}"/>
              </a:ext>
            </a:extLst>
          </p:cNvPr>
          <p:cNvCxnSpPr>
            <a:cxnSpLocks/>
          </p:cNvCxnSpPr>
          <p:nvPr/>
        </p:nvCxnSpPr>
        <p:spPr>
          <a:xfrm>
            <a:off x="7218034" y="2223042"/>
            <a:ext cx="0" cy="305846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D14945B-17D7-6240-E658-9362A3308346}"/>
              </a:ext>
            </a:extLst>
          </p:cNvPr>
          <p:cNvCxnSpPr>
            <a:cxnSpLocks/>
          </p:cNvCxnSpPr>
          <p:nvPr/>
        </p:nvCxnSpPr>
        <p:spPr>
          <a:xfrm>
            <a:off x="8039883" y="2226744"/>
            <a:ext cx="0" cy="302144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361EC79-BD2B-C4E1-61D8-827804D62536}"/>
              </a:ext>
            </a:extLst>
          </p:cNvPr>
          <p:cNvCxnSpPr>
            <a:cxnSpLocks/>
          </p:cNvCxnSpPr>
          <p:nvPr/>
        </p:nvCxnSpPr>
        <p:spPr>
          <a:xfrm>
            <a:off x="8635909" y="2223042"/>
            <a:ext cx="0" cy="305846"/>
          </a:xfrm>
          <a:prstGeom prst="straightConnector1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15EA600-6125-B729-B4E2-EC21667F195E}"/>
              </a:ext>
            </a:extLst>
          </p:cNvPr>
          <p:cNvCxnSpPr>
            <a:cxnSpLocks/>
          </p:cNvCxnSpPr>
          <p:nvPr/>
        </p:nvCxnSpPr>
        <p:spPr>
          <a:xfrm flipV="1">
            <a:off x="5384006" y="2522214"/>
            <a:ext cx="3375819" cy="9476"/>
          </a:xfrm>
          <a:prstGeom prst="line">
            <a:avLst/>
          </a:prstGeom>
          <a:ln w="6350"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3615BAD-EAC4-55A4-3CD6-FFA96466B49E}"/>
              </a:ext>
            </a:extLst>
          </p:cNvPr>
          <p:cNvSpPr txBox="1"/>
          <p:nvPr/>
        </p:nvSpPr>
        <p:spPr>
          <a:xfrm>
            <a:off x="8781428" y="2406696"/>
            <a:ext cx="5774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end foo()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2D251374-9B7A-487E-2F06-E203B3B2517C}"/>
              </a:ext>
            </a:extLst>
          </p:cNvPr>
          <p:cNvCxnSpPr>
            <a:cxnSpLocks/>
          </p:cNvCxnSpPr>
          <p:nvPr/>
        </p:nvCxnSpPr>
        <p:spPr>
          <a:xfrm>
            <a:off x="5433659" y="2233619"/>
            <a:ext cx="0" cy="402763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9050400-C2E2-82BF-4FD0-CB727F7CF5D5}"/>
              </a:ext>
            </a:extLst>
          </p:cNvPr>
          <p:cNvCxnSpPr>
            <a:cxnSpLocks/>
          </p:cNvCxnSpPr>
          <p:nvPr/>
        </p:nvCxnSpPr>
        <p:spPr>
          <a:xfrm>
            <a:off x="6029685" y="2229917"/>
            <a:ext cx="0" cy="406921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2D20C28-6B6B-744C-BFD8-70017EE8BFB0}"/>
              </a:ext>
            </a:extLst>
          </p:cNvPr>
          <p:cNvCxnSpPr>
            <a:cxnSpLocks/>
          </p:cNvCxnSpPr>
          <p:nvPr/>
        </p:nvCxnSpPr>
        <p:spPr>
          <a:xfrm>
            <a:off x="6884852" y="2229917"/>
            <a:ext cx="5755" cy="406921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90B0A669-044C-EEB9-C2B1-93FA2A7289EB}"/>
              </a:ext>
            </a:extLst>
          </p:cNvPr>
          <p:cNvCxnSpPr>
            <a:cxnSpLocks/>
          </p:cNvCxnSpPr>
          <p:nvPr/>
        </p:nvCxnSpPr>
        <p:spPr>
          <a:xfrm>
            <a:off x="7266161" y="2229917"/>
            <a:ext cx="0" cy="406921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EBFE772-362D-1797-711E-564AF4DBDDA7}"/>
              </a:ext>
            </a:extLst>
          </p:cNvPr>
          <p:cNvCxnSpPr>
            <a:cxnSpLocks/>
          </p:cNvCxnSpPr>
          <p:nvPr/>
        </p:nvCxnSpPr>
        <p:spPr>
          <a:xfrm>
            <a:off x="8088010" y="2233619"/>
            <a:ext cx="0" cy="403219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8CE13E6C-8D1C-E9E0-4C5B-A28F2AC2EE72}"/>
              </a:ext>
            </a:extLst>
          </p:cNvPr>
          <p:cNvSpPr txBox="1"/>
          <p:nvPr/>
        </p:nvSpPr>
        <p:spPr>
          <a:xfrm>
            <a:off x="8773466" y="2519843"/>
            <a:ext cx="61747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bar()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74FD340-B48D-7B62-A280-5436B4CB2EBC}"/>
              </a:ext>
            </a:extLst>
          </p:cNvPr>
          <p:cNvCxnSpPr>
            <a:cxnSpLocks/>
          </p:cNvCxnSpPr>
          <p:nvPr/>
        </p:nvCxnSpPr>
        <p:spPr>
          <a:xfrm>
            <a:off x="5433659" y="2636838"/>
            <a:ext cx="3326166" cy="0"/>
          </a:xfrm>
          <a:prstGeom prst="line">
            <a:avLst/>
          </a:prstGeom>
          <a:ln w="635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E2919DA-0CBF-17EE-629D-CC31320096FF}"/>
              </a:ext>
            </a:extLst>
          </p:cNvPr>
          <p:cNvCxnSpPr>
            <a:cxnSpLocks/>
          </p:cNvCxnSpPr>
          <p:nvPr/>
        </p:nvCxnSpPr>
        <p:spPr>
          <a:xfrm>
            <a:off x="5503509" y="2233619"/>
            <a:ext cx="0" cy="511169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7D2894CE-FFED-EF7A-CC07-21281C936075}"/>
              </a:ext>
            </a:extLst>
          </p:cNvPr>
          <p:cNvCxnSpPr>
            <a:cxnSpLocks/>
          </p:cNvCxnSpPr>
          <p:nvPr/>
        </p:nvCxnSpPr>
        <p:spPr>
          <a:xfrm>
            <a:off x="6350360" y="2229461"/>
            <a:ext cx="0" cy="515327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AAF09FF8-B982-0D35-66CB-16B133DD3060}"/>
              </a:ext>
            </a:extLst>
          </p:cNvPr>
          <p:cNvCxnSpPr>
            <a:cxnSpLocks/>
          </p:cNvCxnSpPr>
          <p:nvPr/>
        </p:nvCxnSpPr>
        <p:spPr>
          <a:xfrm>
            <a:off x="6954702" y="2229917"/>
            <a:ext cx="6959" cy="514871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1D9F6125-D90D-0C85-06B2-B8C4470A6861}"/>
              </a:ext>
            </a:extLst>
          </p:cNvPr>
          <p:cNvCxnSpPr>
            <a:cxnSpLocks/>
          </p:cNvCxnSpPr>
          <p:nvPr/>
        </p:nvCxnSpPr>
        <p:spPr>
          <a:xfrm>
            <a:off x="7558261" y="2229461"/>
            <a:ext cx="0" cy="515327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3222D89-B533-EC39-4CC7-FCAC011810F6}"/>
              </a:ext>
            </a:extLst>
          </p:cNvPr>
          <p:cNvCxnSpPr>
            <a:cxnSpLocks/>
          </p:cNvCxnSpPr>
          <p:nvPr/>
        </p:nvCxnSpPr>
        <p:spPr>
          <a:xfrm>
            <a:off x="8157860" y="2233619"/>
            <a:ext cx="0" cy="511169"/>
          </a:xfrm>
          <a:prstGeom prst="straightConnector1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BDC45BEE-54E0-B1E8-B340-DF595DB6E18F}"/>
              </a:ext>
            </a:extLst>
          </p:cNvPr>
          <p:cNvSpPr txBox="1"/>
          <p:nvPr/>
        </p:nvSpPr>
        <p:spPr>
          <a:xfrm>
            <a:off x="8774042" y="2618860"/>
            <a:ext cx="58060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end bar()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4D53F1D-738B-CB87-75DF-71CD07866748}"/>
              </a:ext>
            </a:extLst>
          </p:cNvPr>
          <p:cNvCxnSpPr>
            <a:cxnSpLocks/>
          </p:cNvCxnSpPr>
          <p:nvPr/>
        </p:nvCxnSpPr>
        <p:spPr>
          <a:xfrm>
            <a:off x="5503509" y="2738985"/>
            <a:ext cx="3256316" cy="401"/>
          </a:xfrm>
          <a:prstGeom prst="line">
            <a:avLst/>
          </a:prstGeom>
          <a:ln w="635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53414E7-0A7E-0AB6-F8AC-EBB22CBA7BA7}"/>
              </a:ext>
            </a:extLst>
          </p:cNvPr>
          <p:cNvCxnSpPr>
            <a:cxnSpLocks/>
          </p:cNvCxnSpPr>
          <p:nvPr/>
        </p:nvCxnSpPr>
        <p:spPr>
          <a:xfrm>
            <a:off x="5551384" y="2233619"/>
            <a:ext cx="0" cy="619119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B5DF431-D790-D118-F1FF-DF41BC6CFA80}"/>
              </a:ext>
            </a:extLst>
          </p:cNvPr>
          <p:cNvCxnSpPr>
            <a:cxnSpLocks/>
          </p:cNvCxnSpPr>
          <p:nvPr/>
        </p:nvCxnSpPr>
        <p:spPr>
          <a:xfrm>
            <a:off x="6398235" y="2229461"/>
            <a:ext cx="0" cy="623277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43A60D-CA61-54E5-9E47-77B1DCC3CA77}"/>
              </a:ext>
            </a:extLst>
          </p:cNvPr>
          <p:cNvCxnSpPr>
            <a:cxnSpLocks/>
          </p:cNvCxnSpPr>
          <p:nvPr/>
        </p:nvCxnSpPr>
        <p:spPr>
          <a:xfrm>
            <a:off x="7002577" y="2229917"/>
            <a:ext cx="3480" cy="622821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92BDD37D-05B4-0E5A-09A1-AB39F70D8D5A}"/>
              </a:ext>
            </a:extLst>
          </p:cNvPr>
          <p:cNvCxnSpPr>
            <a:cxnSpLocks/>
          </p:cNvCxnSpPr>
          <p:nvPr/>
        </p:nvCxnSpPr>
        <p:spPr>
          <a:xfrm>
            <a:off x="7606136" y="2229461"/>
            <a:ext cx="0" cy="623277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2A63F9FF-AC7A-C0FD-64F5-BD0D78477F9A}"/>
              </a:ext>
            </a:extLst>
          </p:cNvPr>
          <p:cNvCxnSpPr>
            <a:cxnSpLocks/>
          </p:cNvCxnSpPr>
          <p:nvPr/>
        </p:nvCxnSpPr>
        <p:spPr>
          <a:xfrm>
            <a:off x="8205735" y="2233619"/>
            <a:ext cx="0" cy="619119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587FBC4D-F1AF-CC90-5C25-59502BF895DB}"/>
              </a:ext>
            </a:extLst>
          </p:cNvPr>
          <p:cNvSpPr txBox="1"/>
          <p:nvPr/>
        </p:nvSpPr>
        <p:spPr>
          <a:xfrm>
            <a:off x="8778863" y="2744528"/>
            <a:ext cx="62869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start </a:t>
            </a:r>
            <a:r>
              <a:rPr lang="en-US" sz="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baz</a:t>
            </a:r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93B7DFD-BB91-4B42-BC07-9F93D9D2F8C8}"/>
              </a:ext>
            </a:extLst>
          </p:cNvPr>
          <p:cNvCxnSpPr>
            <a:cxnSpLocks/>
          </p:cNvCxnSpPr>
          <p:nvPr/>
        </p:nvCxnSpPr>
        <p:spPr>
          <a:xfrm flipV="1">
            <a:off x="5551384" y="2854708"/>
            <a:ext cx="3208441" cy="6379"/>
          </a:xfrm>
          <a:prstGeom prst="line">
            <a:avLst/>
          </a:prstGeom>
          <a:ln w="635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0F02B1E1-8ED1-ED0C-7DDD-C0DD554F1D63}"/>
              </a:ext>
            </a:extLst>
          </p:cNvPr>
          <p:cNvSpPr txBox="1"/>
          <p:nvPr/>
        </p:nvSpPr>
        <p:spPr>
          <a:xfrm>
            <a:off x="8777513" y="2847820"/>
            <a:ext cx="591829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end </a:t>
            </a:r>
            <a:r>
              <a:rPr lang="en-US" sz="8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baz</a:t>
            </a:r>
            <a:r>
              <a:rPr lang="en-US" sz="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81D1142-7422-25FB-C705-98254CB79D4B}"/>
              </a:ext>
            </a:extLst>
          </p:cNvPr>
          <p:cNvCxnSpPr>
            <a:cxnSpLocks/>
          </p:cNvCxnSpPr>
          <p:nvPr/>
        </p:nvCxnSpPr>
        <p:spPr>
          <a:xfrm>
            <a:off x="5863942" y="2958532"/>
            <a:ext cx="2895883" cy="4574"/>
          </a:xfrm>
          <a:prstGeom prst="line">
            <a:avLst/>
          </a:prstGeom>
          <a:ln w="635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994ABDB4-48F9-90A5-76E7-8B9675B0D1A0}"/>
              </a:ext>
            </a:extLst>
          </p:cNvPr>
          <p:cNvCxnSpPr>
            <a:cxnSpLocks/>
          </p:cNvCxnSpPr>
          <p:nvPr/>
        </p:nvCxnSpPr>
        <p:spPr>
          <a:xfrm>
            <a:off x="5863942" y="2226968"/>
            <a:ext cx="0" cy="732432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B2463940-B773-17DC-0382-1E93F8B52F70}"/>
              </a:ext>
            </a:extLst>
          </p:cNvPr>
          <p:cNvCxnSpPr>
            <a:cxnSpLocks/>
          </p:cNvCxnSpPr>
          <p:nvPr/>
        </p:nvCxnSpPr>
        <p:spPr>
          <a:xfrm>
            <a:off x="6710793" y="2222810"/>
            <a:ext cx="0" cy="740666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703B0D3-D394-77AD-23F7-8568AB9207D4}"/>
              </a:ext>
            </a:extLst>
          </p:cNvPr>
          <p:cNvCxnSpPr>
            <a:cxnSpLocks/>
          </p:cNvCxnSpPr>
          <p:nvPr/>
        </p:nvCxnSpPr>
        <p:spPr>
          <a:xfrm>
            <a:off x="7094308" y="2229917"/>
            <a:ext cx="8276" cy="733189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043E9959-4813-5C09-B338-4E8A2FF22B74}"/>
              </a:ext>
            </a:extLst>
          </p:cNvPr>
          <p:cNvCxnSpPr>
            <a:cxnSpLocks/>
          </p:cNvCxnSpPr>
          <p:nvPr/>
        </p:nvCxnSpPr>
        <p:spPr>
          <a:xfrm>
            <a:off x="7918694" y="2222810"/>
            <a:ext cx="0" cy="740296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C26814D-746C-A1C1-DDDE-361290B7A716}"/>
              </a:ext>
            </a:extLst>
          </p:cNvPr>
          <p:cNvCxnSpPr>
            <a:cxnSpLocks/>
          </p:cNvCxnSpPr>
          <p:nvPr/>
        </p:nvCxnSpPr>
        <p:spPr>
          <a:xfrm>
            <a:off x="8518293" y="2226968"/>
            <a:ext cx="0" cy="736138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4" name="Picture 193">
            <a:extLst>
              <a:ext uri="{FF2B5EF4-FFF2-40B4-BE49-F238E27FC236}">
                <a16:creationId xmlns:a16="http://schemas.microsoft.com/office/drawing/2014/main" id="{80D892CE-1633-5B27-251D-160ED77438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17" t="43314" r="60997" b="50268"/>
          <a:stretch>
            <a:fillRect/>
          </a:stretch>
        </p:blipFill>
        <p:spPr>
          <a:xfrm>
            <a:off x="4524088" y="1988272"/>
            <a:ext cx="480821" cy="279914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EC63FADD-1D88-1F92-3B22-604B0EC6FC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662" t="56837" r="69443" b="36755"/>
          <a:stretch>
            <a:fillRect/>
          </a:stretch>
        </p:blipFill>
        <p:spPr>
          <a:xfrm>
            <a:off x="3976040" y="2004764"/>
            <a:ext cx="380448" cy="279515"/>
          </a:xfrm>
          <a:prstGeom prst="rect">
            <a:avLst/>
          </a:prstGeom>
        </p:spPr>
      </p:pic>
      <p:sp>
        <p:nvSpPr>
          <p:cNvPr id="196" name="TextBox 195">
            <a:extLst>
              <a:ext uri="{FF2B5EF4-FFF2-40B4-BE49-F238E27FC236}">
                <a16:creationId xmlns:a16="http://schemas.microsoft.com/office/drawing/2014/main" id="{B81B7FFC-D9DB-6B61-0C30-60BFEDCFABEF}"/>
              </a:ext>
            </a:extLst>
          </p:cNvPr>
          <p:cNvSpPr txBox="1"/>
          <p:nvPr/>
        </p:nvSpPr>
        <p:spPr>
          <a:xfrm>
            <a:off x="2915517" y="2524180"/>
            <a:ext cx="21471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execution time-markers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D0D1915D-9699-6999-2817-9F910CE12360}"/>
              </a:ext>
            </a:extLst>
          </p:cNvPr>
          <p:cNvSpPr txBox="1"/>
          <p:nvPr/>
        </p:nvSpPr>
        <p:spPr>
          <a:xfrm>
            <a:off x="2241160" y="3713263"/>
            <a:ext cx="28192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time-markers share estimations</a:t>
            </a:r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73C6FF60-5B89-178E-467B-3FFFDDB11F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65" t="89829" r="120" b="417"/>
          <a:stretch>
            <a:fillRect/>
          </a:stretch>
        </p:blipFill>
        <p:spPr>
          <a:xfrm>
            <a:off x="5285012" y="4795240"/>
            <a:ext cx="4467497" cy="425468"/>
          </a:xfrm>
          <a:prstGeom prst="rect">
            <a:avLst/>
          </a:prstGeom>
        </p:spPr>
      </p:pic>
      <p:sp>
        <p:nvSpPr>
          <p:cNvPr id="206" name="TextBox 205">
            <a:extLst>
              <a:ext uri="{FF2B5EF4-FFF2-40B4-BE49-F238E27FC236}">
                <a16:creationId xmlns:a16="http://schemas.microsoft.com/office/drawing/2014/main" id="{6C02E8E1-9711-8934-6C4D-5675DB008D75}"/>
              </a:ext>
            </a:extLst>
          </p:cNvPr>
          <p:cNvSpPr txBox="1"/>
          <p:nvPr/>
        </p:nvSpPr>
        <p:spPr>
          <a:xfrm>
            <a:off x="1737866" y="4897543"/>
            <a:ext cx="33228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call-stack sampling share estimations</a:t>
            </a:r>
          </a:p>
        </p:txBody>
      </p:sp>
      <p:pic>
        <p:nvPicPr>
          <p:cNvPr id="214" name="Picture 213">
            <a:extLst>
              <a:ext uri="{FF2B5EF4-FFF2-40B4-BE49-F238E27FC236}">
                <a16:creationId xmlns:a16="http://schemas.microsoft.com/office/drawing/2014/main" id="{F07DB3EF-BAE3-32E6-37B9-CA625F0F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41" t="43314" r="69714" b="50268"/>
          <a:stretch>
            <a:fillRect/>
          </a:stretch>
        </p:blipFill>
        <p:spPr>
          <a:xfrm>
            <a:off x="4067673" y="1736610"/>
            <a:ext cx="283318" cy="279914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F725E35C-6DBA-0409-A307-29B6DE0301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806" t="56837" r="61527" b="36755"/>
          <a:stretch>
            <a:fillRect/>
          </a:stretch>
        </p:blipFill>
        <p:spPr>
          <a:xfrm>
            <a:off x="4537486" y="1423351"/>
            <a:ext cx="440421" cy="279515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69E3A8C8-8EF3-6AA3-E766-BC2041AB98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347" t="29174" r="61987" b="63783"/>
          <a:stretch>
            <a:fillRect/>
          </a:stretch>
        </p:blipFill>
        <p:spPr>
          <a:xfrm>
            <a:off x="4516654" y="1697119"/>
            <a:ext cx="440422" cy="30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64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28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Kayembe</dc:creator>
  <cp:lastModifiedBy>Jason Kayembe</cp:lastModifiedBy>
  <cp:revision>4</cp:revision>
  <dcterms:created xsi:type="dcterms:W3CDTF">2026-07-28T13:22:22Z</dcterms:created>
  <dcterms:modified xsi:type="dcterms:W3CDTF">2026-07-28T14:52:50Z</dcterms:modified>
</cp:coreProperties>
</file>